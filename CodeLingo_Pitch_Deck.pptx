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CodeLingo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Learn Code by Doing</a:t>
            </a:r>
          </a:p>
          <a:p>
            <a:r>
              <a:t>Gamified. Interactive. AI-Powered.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Traditional coding education is static and boring.</a:t>
            </a:r>
          </a:p>
          <a:p>
            <a:pPr/>
            <a:r>
              <a:t>No immediate feedback loops for beginners.</a:t>
            </a:r>
          </a:p>
          <a:p>
            <a:pPr/>
            <a:r>
              <a:t>High barrier to entry leading to imposter syndrome.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1371600"/>
            <a:ext cx="3200400" cy="4114800"/>
          </a:xfrm>
          <a:prstGeom prst="rect">
            <a:avLst/>
          </a:prstGeom>
          <a:solidFill>
            <a:srgbClr val="F0F0F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0" y="2971800"/>
            <a:ext cx="3200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t>[ Screenshot of a boring tutorial vs. a 'Game Over' screen 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Solution: CodeLingo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The Duolingo for Developers.</a:t>
            </a:r>
          </a:p>
          <a:p>
            <a:pPr/>
            <a:r>
              <a:t>Gamified: Hearts, XP, Streaks, and Levels.</a:t>
            </a:r>
          </a:p>
          <a:p>
            <a:pPr/>
            <a:r>
              <a:t>Interactive: Stop watching, start typing.</a:t>
            </a:r>
          </a:p>
          <a:p>
            <a:pPr/>
            <a:r>
              <a:t>AI-Powered: Dynamic challenges that adapt to you.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1371600"/>
            <a:ext cx="3200400" cy="4114800"/>
          </a:xfrm>
          <a:prstGeom prst="rect">
            <a:avLst/>
          </a:prstGeom>
          <a:solidFill>
            <a:srgbClr val="F0F0F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0" y="2971800"/>
            <a:ext cx="3200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t>[ Collage of Map and Challenge screens 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Structured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Visual Skill Tree roadmap.</a:t>
            </a:r>
          </a:p>
          <a:p>
            <a:pPr/>
            <a:r>
              <a:t>Unlockable nodes for Python, JavaScript, and more.</a:t>
            </a:r>
          </a:p>
          <a:p>
            <a:pPr/>
            <a:r>
              <a:t>Progress tracking at every step.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1371600"/>
            <a:ext cx="3200400" cy="4114800"/>
          </a:xfrm>
          <a:prstGeom prst="rect">
            <a:avLst/>
          </a:prstGeom>
          <a:solidFill>
            <a:srgbClr val="F0F0F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0" y="2971800"/>
            <a:ext cx="3200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t>[ Screenshot of the Skill Tree Map (/map) 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Multi-Modal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Predict Output: Logic comprehension challenges.</a:t>
            </a:r>
          </a:p>
          <a:p>
            <a:pPr/>
            <a:r>
              <a:t>Drag &amp; Drop: Visual syntax building.</a:t>
            </a:r>
          </a:p>
          <a:p>
            <a:pPr/>
            <a:r>
              <a:t>AI Refactor: Real-world editing with AI evaluation.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1371600"/>
            <a:ext cx="3200400" cy="4114800"/>
          </a:xfrm>
          <a:prstGeom prst="rect">
            <a:avLst/>
          </a:prstGeom>
          <a:solidFill>
            <a:srgbClr val="F0F0F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0" y="2971800"/>
            <a:ext cx="3200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t>[ Screenshot of the Challenge Editor (/challenge) 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Integration (Gemini 2.0)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AI generates unique challenges on the fly.</a:t>
            </a:r>
          </a:p>
          <a:p>
            <a:pPr/>
            <a:r>
              <a:t>Intelligent grading with nuanced feedback.</a:t>
            </a:r>
          </a:p>
          <a:p>
            <a:pPr/>
            <a:r>
              <a:t>Personalized learning path based on performance.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1371600"/>
            <a:ext cx="3200400" cy="4114800"/>
          </a:xfrm>
          <a:prstGeom prst="rect">
            <a:avLst/>
          </a:prstGeom>
          <a:solidFill>
            <a:srgbClr val="F0F0F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0" y="2971800"/>
            <a:ext cx="3200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t>[ Diagram: User Code -&gt; Gemini API -&gt; Feedback 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Retention &amp; Gamification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Streaks: Psychological hook for daily habits.</a:t>
            </a:r>
          </a:p>
          <a:p>
            <a:pPr/>
            <a:r>
              <a:t>Leaderboards: Social competition and status.</a:t>
            </a:r>
          </a:p>
          <a:p>
            <a:pPr/>
            <a:r>
              <a:t>Health System: Encourages precision and focus.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1371600"/>
            <a:ext cx="3200400" cy="4114800"/>
          </a:xfrm>
          <a:prstGeom prst="rect">
            <a:avLst/>
          </a:prstGeom>
          <a:solidFill>
            <a:srgbClr val="F0F0F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0" y="2971800"/>
            <a:ext cx="3200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t>[ Screenshot of Leaderboard and Profile stats 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Technical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Frontend: Next.js 15, Tailwind CSS, Monaco Editor.</a:t>
            </a:r>
          </a:p>
          <a:p>
            <a:pPr/>
            <a:r>
              <a:t>Backend: FastAPI, SQLAlchemy, SQLite.</a:t>
            </a:r>
          </a:p>
          <a:p>
            <a:pPr/>
            <a:r>
              <a:t>AI: Google Gemini 2.0 Flash.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1371600"/>
            <a:ext cx="3200400" cy="4114800"/>
          </a:xfrm>
          <a:prstGeom prst="rect">
            <a:avLst/>
          </a:prstGeom>
          <a:solidFill>
            <a:srgbClr val="F0F0F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0" y="2971800"/>
            <a:ext cx="3200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t>[ Tech Stack Icons/Diagram 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Future 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Project-based learning modules.</a:t>
            </a:r>
          </a:p>
          <a:p>
            <a:pPr/>
            <a:r>
              <a:t>Multi-player 'Code Duels'.</a:t>
            </a:r>
          </a:p>
          <a:p>
            <a:pPr/>
            <a:r>
              <a:t>Enterprise/Team training portals.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1371600"/>
            <a:ext cx="3200400" cy="4114800"/>
          </a:xfrm>
          <a:prstGeom prst="rect">
            <a:avLst/>
          </a:prstGeom>
          <a:solidFill>
            <a:srgbClr val="F0F0F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0" y="2971800"/>
            <a:ext cx="3200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t>[ Mockup of a Project dashboard 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Join the Revolution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Let's fix the way the world learns to code.</a:t>
            </a:r>
          </a:p>
          <a:p/>
          <a:p>
            <a:r>
              <a:t>Contact: your@email.com</a:t>
            </a:r>
          </a:p>
          <a:p>
            <a:r>
              <a:t>Website: codelingo.app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