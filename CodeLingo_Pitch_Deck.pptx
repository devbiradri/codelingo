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00047" y="1676400"/>
            <a:ext cx="9144000" cy="3657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3847" y="1600200"/>
            <a:ext cx="9144000" cy="3657600"/>
          </a:xfrm>
          <a:prstGeom prst="rect">
            <a:avLst/>
          </a:prstGeom>
          <a:solidFill>
            <a:srgbClr val="FFE600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0" b="1">
                <a:solidFill>
                  <a:srgbClr val="000000"/>
                </a:solidFill>
                <a:latin typeface="Arial"/>
              </a:rPr>
              <a:t>CodeLingo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447" y="5791200"/>
            <a:ext cx="7315200" cy="1371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38247" y="5715000"/>
            <a:ext cx="7315200" cy="13716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000000"/>
                </a:solidFill>
                <a:latin typeface="Arial"/>
              </a:rPr>
              <a:t>Learn Coding by Doing.
Interactive. Structured. Addictive.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533400"/>
            <a:ext cx="548640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00" cy="914400"/>
          </a:xfrm>
          <a:prstGeom prst="rect">
            <a:avLst/>
          </a:prstGeom>
          <a:solidFill>
            <a:srgbClr val="FF00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905000"/>
            <a:ext cx="50292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Learning coding feels overwhelming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Passive tutorials don’t build real skill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Beginners get no instant feedback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Most users quit before building anything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019800" y="1905000"/>
            <a:ext cx="54864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[ landing_screen.png ]
Place screenshot in scripts/assets/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533400"/>
            <a:ext cx="548640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00" cy="914400"/>
          </a:xfrm>
          <a:prstGeom prst="rect">
            <a:avLst/>
          </a:prstGeom>
          <a:solidFill>
            <a:srgbClr val="00FF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905000"/>
            <a:ext cx="50292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Gamified learning experience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Hands-on interactive challenges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Instant feedback on every step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Start coding with zero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6019800" y="1905000"/>
            <a:ext cx="54864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[ map_screen.png ]
Place screenshot in scripts/assets/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533400"/>
            <a:ext cx="548640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00" cy="914400"/>
          </a:xfrm>
          <a:prstGeom prst="rect">
            <a:avLst/>
          </a:prstGeom>
          <a:solidFill>
            <a:srgbClr val="FFE600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The Core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905000"/>
            <a:ext cx="50292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Health: Mistakes have impact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Streaks: Build daily consistency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XP: Track your progress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Leagues: Stay motivated with competition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19800" y="1905000"/>
            <a:ext cx="54864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[ profile_screen.png ]
Place screenshot in scripts/assets/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533400"/>
            <a:ext cx="548640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00" cy="9144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The Visual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905000"/>
            <a:ext cx="50292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Clear skill progression path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Structured learning journey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Unlock new concepts step by step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Designed to reach real-world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19800" y="1905000"/>
            <a:ext cx="54864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[ map_screen.png ]
Place screenshot in scripts/assets/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533400"/>
            <a:ext cx="548640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00" cy="914400"/>
          </a:xfrm>
          <a:prstGeom prst="rect">
            <a:avLst/>
          </a:prstGeom>
          <a:solidFill>
            <a:srgbClr val="FF00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Multi-Modal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905000"/>
            <a:ext cx="50292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Predict Output: Test understanding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Drag &amp; Drop: Build correct syntax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Refactor: Improve existing code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Editor: Practice real coding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019800" y="1905000"/>
            <a:ext cx="54864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[ challenge_screen.png ]
Place screenshot in scripts/assets/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533400"/>
            <a:ext cx="548640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00" cy="914400"/>
          </a:xfrm>
          <a:prstGeom prst="rect">
            <a:avLst/>
          </a:prstGeom>
          <a:solidFill>
            <a:srgbClr val="00FF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AI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905000"/>
            <a:ext cx="50292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Dynamically generated challenges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Smart evaluation of code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Context-aware hints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Personalized learning 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19800" y="1905000"/>
            <a:ext cx="54864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[ challenge_screen.png ]
Place screenshot in scripts/assets/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533400"/>
            <a:ext cx="548640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00" cy="9144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Technical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905000"/>
            <a:ext cx="50292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Frontend: Next.js + Tailwind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Backend: FastAPI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AI: Gemini API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Editor: Monaco Editor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019800" y="1905000"/>
            <a:ext cx="54864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[ landing_screen.png ]
Place screenshot in scripts/assets/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533400"/>
            <a:ext cx="548640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00" cy="914400"/>
          </a:xfrm>
          <a:prstGeom prst="rect">
            <a:avLst/>
          </a:prstGeom>
          <a:solidFill>
            <a:srgbClr val="FFE600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Future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905000"/>
            <a:ext cx="50292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Multiplayer coding challenges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Real-world project modules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Enterprise learning platform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Arial"/>
              </a:rPr>
              <a:t>- Skill-based progression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019800" y="1905000"/>
            <a:ext cx="54864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[ leaderboard_screen.png ]
Place screenshot in scripts/assets/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00047" y="1676400"/>
            <a:ext cx="9144000" cy="3657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3847" y="1600200"/>
            <a:ext cx="9144000" cy="3657600"/>
          </a:xfrm>
          <a:prstGeom prst="rect">
            <a:avLst/>
          </a:prstGeom>
          <a:solidFill>
            <a:srgbClr val="FF00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0" b="1">
                <a:solidFill>
                  <a:srgbClr val="000000"/>
                </a:solidFill>
                <a:latin typeface="Arial"/>
              </a:rPr>
              <a:t>Join CodeLingo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447" y="5791200"/>
            <a:ext cx="7315200" cy="1371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38247" y="5715000"/>
            <a:ext cx="7315200" cy="13716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000000"/>
                </a:solidFill>
                <a:latin typeface="Arial"/>
              </a:rPr>
              <a:t>Make coding simple.
Make learning consistent.
Make progress real.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